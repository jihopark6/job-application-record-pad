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880C-C5D1-C375-9184-CC6D8525A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FEAF2-DC42-5E20-49DE-213793D9D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BF3C9-AAC7-CB4A-EFE7-E7046C61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A0A0D-C83F-7F1C-5B84-0F9F4E6B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67A92-8F78-3B63-0781-851FB7B73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14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55FD-3888-34CF-894B-0600F65D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76B28-1069-CBBC-0442-8F820A7D2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CEDE-3CD0-6B99-D917-94B4516D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D8874-D629-E38B-6650-258E1983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35B57-1B6E-D811-DCC4-FCB2F6D9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6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5047-5245-AD89-7326-82476291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F74A-2538-E2A9-C4F1-6283F7A90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D0CE2-93E7-9B10-30D6-57A93BCA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394E8-9D6A-7319-EBA2-F5D9AF72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8917B-096C-D7D7-8191-C1798C9D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43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A11A-F6CA-B6BE-3693-EE9CFD6C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333E8-EB55-2BAC-7653-D6C831042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4CA5E-4458-C60B-D751-AAA67307A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51A83-0960-9483-DE96-3D0315FB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A44EB-F26D-57D0-74C1-4DBAC7BC6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D6F43-B24D-60A5-9CC4-ACB1C810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56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F9A58-FC67-157E-C0B3-1783A454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041C-A9CF-D00B-D899-48684925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0EBBA-6A91-CD54-297B-14B33DEFB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435A7-7388-88D4-3AA7-D827D8AAC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1F68B-1B8F-B32B-48C7-8138AB3CF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8624D-BACE-38D2-FCA3-0167E3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48EF3-D190-7D18-A97A-FAD09FF8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653E9-283A-2260-DE67-E3323AC9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41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CD4E-89AA-DE36-8062-95D42639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76E32-594E-EB9D-5DB7-4E4651D7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DA7F4-5F72-D38D-A37B-CB0E4CDA9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EDF9F-9E19-AF39-650C-81DD3385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0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BF8E3-3EDA-F820-0EF9-D9E2D56C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F3388-A07D-58C2-F8E0-8BB139CE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68F76-E9AE-2807-476B-4F3B37E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D867-5B69-417F-B919-5E57DF25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7351-2181-1866-A8BC-C11AB6A0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EA4D2-03BE-B6A4-DFBE-8CB61BE85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D159F-6A71-6BF8-7493-CDB8FE0B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9312B-C233-CFEB-B2E3-91D96EA3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9ABC2-2530-E4CD-C75C-D57E32BA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0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7EE7-1BF9-7AFB-D7BF-CAF5B0CD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BE2F7-64FF-E392-7E20-D18A4C3B5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426DD-5AA9-BC64-98E0-F77756B50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C98D2-D36E-380E-F438-EE486AB7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14269-5075-B62F-6F55-29E0857E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019B5-84BD-AE75-59A8-E7019B2D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93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79960-FA98-4998-491E-DA0330AC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E85FF-7925-48D3-7C48-546A8F7B8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9A2D5-B239-7E83-CE9B-E4770DCF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DB637-4E5F-EA52-625D-9D018CA7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87CF0-08DC-5364-7C97-F964F774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31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102B19-9089-ADF7-1E62-6F7487C44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C3B81-EC21-4F8D-B222-92FD7B2B5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27575-1EDA-DDBF-4B64-908B79B2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9928C-D70F-69A4-7C7A-F6713AC4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5C2F4-F1A4-A206-BDB5-AF3BB30F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68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97829-B090-E36C-EC19-D8297990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95F73-6655-B95B-6C1E-DECB672D4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38CFB-D5FE-1C55-D27A-43C059584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A6C27-D913-43E5-A9B4-0A9C6AD105A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7097C-5F84-3D3F-07C9-9746A817A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B56BC-5322-6280-5F3D-A47C08FE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14C81-9F8A-4743-83B2-5592AB2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FB733B-E550-021E-6CFF-40A736898859}"/>
              </a:ext>
            </a:extLst>
          </p:cNvPr>
          <p:cNvSpPr txBox="1"/>
          <p:nvPr/>
        </p:nvSpPr>
        <p:spPr>
          <a:xfrm>
            <a:off x="3722818" y="3244334"/>
            <a:ext cx="474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Job Application Record Pad (Interim) Wireframes</a:t>
            </a:r>
          </a:p>
        </p:txBody>
      </p:sp>
    </p:spTree>
    <p:extLst>
      <p:ext uri="{BB962C8B-B14F-4D97-AF65-F5344CB8AC3E}">
        <p14:creationId xmlns:p14="http://schemas.microsoft.com/office/powerpoint/2010/main" val="870543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1AE0A3-7C2F-F1A2-1FC4-FD9D9ABE7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203025"/>
              </p:ext>
            </p:extLst>
          </p:nvPr>
        </p:nvGraphicFramePr>
        <p:xfrm>
          <a:off x="410576" y="106008"/>
          <a:ext cx="1137084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221">
                  <a:extLst>
                    <a:ext uri="{9D8B030D-6E8A-4147-A177-3AD203B41FA5}">
                      <a16:colId xmlns:a16="http://schemas.microsoft.com/office/drawing/2014/main" val="2882594485"/>
                    </a:ext>
                  </a:extLst>
                </a:gridCol>
                <a:gridCol w="4148203">
                  <a:extLst>
                    <a:ext uri="{9D8B030D-6E8A-4147-A177-3AD203B41FA5}">
                      <a16:colId xmlns:a16="http://schemas.microsoft.com/office/drawing/2014/main" val="4173345225"/>
                    </a:ext>
                  </a:extLst>
                </a:gridCol>
                <a:gridCol w="1601244">
                  <a:extLst>
                    <a:ext uri="{9D8B030D-6E8A-4147-A177-3AD203B41FA5}">
                      <a16:colId xmlns:a16="http://schemas.microsoft.com/office/drawing/2014/main" val="2478805691"/>
                    </a:ext>
                  </a:extLst>
                </a:gridCol>
                <a:gridCol w="4084180">
                  <a:extLst>
                    <a:ext uri="{9D8B030D-6E8A-4147-A177-3AD203B41FA5}">
                      <a16:colId xmlns:a16="http://schemas.microsoft.com/office/drawing/2014/main" val="3522032606"/>
                    </a:ext>
                  </a:extLst>
                </a:gridCol>
              </a:tblGrid>
              <a:tr h="206899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Page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Main 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91778"/>
                  </a:ext>
                </a:extLst>
              </a:tr>
              <a:tr h="206899"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58843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AF31CA3-B9DE-4426-BAD8-CE47C576E8FF}"/>
              </a:ext>
            </a:extLst>
          </p:cNvPr>
          <p:cNvSpPr/>
          <p:nvPr/>
        </p:nvSpPr>
        <p:spPr>
          <a:xfrm>
            <a:off x="1580225" y="949911"/>
            <a:ext cx="9579006" cy="54153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4517D-97E0-4420-AF18-476A360A02A0}"/>
              </a:ext>
            </a:extLst>
          </p:cNvPr>
          <p:cNvSpPr/>
          <p:nvPr/>
        </p:nvSpPr>
        <p:spPr>
          <a:xfrm>
            <a:off x="2513860" y="2277123"/>
            <a:ext cx="5191957" cy="36309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20D1B-7469-49F9-BE68-3EB64102E4B6}"/>
              </a:ext>
            </a:extLst>
          </p:cNvPr>
          <p:cNvSpPr/>
          <p:nvPr/>
        </p:nvSpPr>
        <p:spPr>
          <a:xfrm>
            <a:off x="4227250" y="1264329"/>
            <a:ext cx="5191957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List / New record / Memo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9C9BD-D337-4FB1-BF6B-D671E6514D93}"/>
              </a:ext>
            </a:extLst>
          </p:cNvPr>
          <p:cNvSpPr/>
          <p:nvPr/>
        </p:nvSpPr>
        <p:spPr>
          <a:xfrm>
            <a:off x="2513860" y="1264329"/>
            <a:ext cx="1489969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Logo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2415E-65EA-465B-BF61-22A6CDAE8DFC}"/>
              </a:ext>
            </a:extLst>
          </p:cNvPr>
          <p:cNvSpPr/>
          <p:nvPr/>
        </p:nvSpPr>
        <p:spPr>
          <a:xfrm>
            <a:off x="7824186" y="2277123"/>
            <a:ext cx="1595021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E79EA3-5D63-469D-964E-1548F7F13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826119"/>
              </p:ext>
            </p:extLst>
          </p:nvPr>
        </p:nvGraphicFramePr>
        <p:xfrm>
          <a:off x="2759227" y="2487234"/>
          <a:ext cx="4760161" cy="1045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23">
                  <a:extLst>
                    <a:ext uri="{9D8B030D-6E8A-4147-A177-3AD203B41FA5}">
                      <a16:colId xmlns:a16="http://schemas.microsoft.com/office/drawing/2014/main" val="1087622321"/>
                    </a:ext>
                  </a:extLst>
                </a:gridCol>
                <a:gridCol w="680023">
                  <a:extLst>
                    <a:ext uri="{9D8B030D-6E8A-4147-A177-3AD203B41FA5}">
                      <a16:colId xmlns:a16="http://schemas.microsoft.com/office/drawing/2014/main" val="3157678715"/>
                    </a:ext>
                  </a:extLst>
                </a:gridCol>
                <a:gridCol w="680023">
                  <a:extLst>
                    <a:ext uri="{9D8B030D-6E8A-4147-A177-3AD203B41FA5}">
                      <a16:colId xmlns:a16="http://schemas.microsoft.com/office/drawing/2014/main" val="4168707364"/>
                    </a:ext>
                  </a:extLst>
                </a:gridCol>
                <a:gridCol w="680023">
                  <a:extLst>
                    <a:ext uri="{9D8B030D-6E8A-4147-A177-3AD203B41FA5}">
                      <a16:colId xmlns:a16="http://schemas.microsoft.com/office/drawing/2014/main" val="4276121740"/>
                    </a:ext>
                  </a:extLst>
                </a:gridCol>
                <a:gridCol w="680023">
                  <a:extLst>
                    <a:ext uri="{9D8B030D-6E8A-4147-A177-3AD203B41FA5}">
                      <a16:colId xmlns:a16="http://schemas.microsoft.com/office/drawing/2014/main" val="92126051"/>
                    </a:ext>
                  </a:extLst>
                </a:gridCol>
                <a:gridCol w="680023">
                  <a:extLst>
                    <a:ext uri="{9D8B030D-6E8A-4147-A177-3AD203B41FA5}">
                      <a16:colId xmlns:a16="http://schemas.microsoft.com/office/drawing/2014/main" val="4211037688"/>
                    </a:ext>
                  </a:extLst>
                </a:gridCol>
                <a:gridCol w="680023">
                  <a:extLst>
                    <a:ext uri="{9D8B030D-6E8A-4147-A177-3AD203B41FA5}">
                      <a16:colId xmlns:a16="http://schemas.microsoft.com/office/drawing/2014/main" val="3553135495"/>
                    </a:ext>
                  </a:extLst>
                </a:gridCol>
              </a:tblGrid>
              <a:tr h="313922">
                <a:tc>
                  <a:txBody>
                    <a:bodyPr/>
                    <a:lstStyle/>
                    <a:p>
                      <a:r>
                        <a:rPr lang="en-CA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dirty="0"/>
                        <a:t>Job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dirty="0"/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dirty="0"/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711390"/>
                  </a:ext>
                </a:extLst>
              </a:tr>
              <a:tr h="31392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819322"/>
                  </a:ext>
                </a:extLst>
              </a:tr>
              <a:tr h="313922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2429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3187554-8FD5-4383-ABE9-24A9AFB95C46}"/>
              </a:ext>
            </a:extLst>
          </p:cNvPr>
          <p:cNvSpPr/>
          <p:nvPr/>
        </p:nvSpPr>
        <p:spPr>
          <a:xfrm>
            <a:off x="7890644" y="2337403"/>
            <a:ext cx="1439787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89950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A531-FC86-42A0-4EE0-3F325872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558D21-54C8-BCC8-F377-4A45D888C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31932"/>
              </p:ext>
            </p:extLst>
          </p:nvPr>
        </p:nvGraphicFramePr>
        <p:xfrm>
          <a:off x="410576" y="106008"/>
          <a:ext cx="1137084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221">
                  <a:extLst>
                    <a:ext uri="{9D8B030D-6E8A-4147-A177-3AD203B41FA5}">
                      <a16:colId xmlns:a16="http://schemas.microsoft.com/office/drawing/2014/main" val="2882594485"/>
                    </a:ext>
                  </a:extLst>
                </a:gridCol>
                <a:gridCol w="4148203">
                  <a:extLst>
                    <a:ext uri="{9D8B030D-6E8A-4147-A177-3AD203B41FA5}">
                      <a16:colId xmlns:a16="http://schemas.microsoft.com/office/drawing/2014/main" val="4173345225"/>
                    </a:ext>
                  </a:extLst>
                </a:gridCol>
                <a:gridCol w="1601244">
                  <a:extLst>
                    <a:ext uri="{9D8B030D-6E8A-4147-A177-3AD203B41FA5}">
                      <a16:colId xmlns:a16="http://schemas.microsoft.com/office/drawing/2014/main" val="2478805691"/>
                    </a:ext>
                  </a:extLst>
                </a:gridCol>
                <a:gridCol w="4084180">
                  <a:extLst>
                    <a:ext uri="{9D8B030D-6E8A-4147-A177-3AD203B41FA5}">
                      <a16:colId xmlns:a16="http://schemas.microsoft.com/office/drawing/2014/main" val="3522032606"/>
                    </a:ext>
                  </a:extLst>
                </a:gridCol>
              </a:tblGrid>
              <a:tr h="206899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Page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Record edit 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91778"/>
                  </a:ext>
                </a:extLst>
              </a:tr>
              <a:tr h="206899"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58843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A93C13B-12EB-4A03-B906-D1529B94999D}"/>
              </a:ext>
            </a:extLst>
          </p:cNvPr>
          <p:cNvSpPr/>
          <p:nvPr/>
        </p:nvSpPr>
        <p:spPr>
          <a:xfrm>
            <a:off x="1624613" y="949911"/>
            <a:ext cx="9579006" cy="54153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720B5C-B3AC-4217-B518-F597EC9B9FED}"/>
              </a:ext>
            </a:extLst>
          </p:cNvPr>
          <p:cNvSpPr/>
          <p:nvPr/>
        </p:nvSpPr>
        <p:spPr>
          <a:xfrm>
            <a:off x="2513860" y="2277123"/>
            <a:ext cx="5191957" cy="36309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F0D70-245E-4632-AA96-F693AC51FA1F}"/>
              </a:ext>
            </a:extLst>
          </p:cNvPr>
          <p:cNvSpPr/>
          <p:nvPr/>
        </p:nvSpPr>
        <p:spPr>
          <a:xfrm>
            <a:off x="4227250" y="1264329"/>
            <a:ext cx="5191957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List / New record / Memo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06315-483A-48EC-8A8C-880EB674E804}"/>
              </a:ext>
            </a:extLst>
          </p:cNvPr>
          <p:cNvSpPr/>
          <p:nvPr/>
        </p:nvSpPr>
        <p:spPr>
          <a:xfrm>
            <a:off x="2513860" y="1264329"/>
            <a:ext cx="1489969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Logo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2CA3F-8158-4D5F-9882-E405BBA09AB6}"/>
              </a:ext>
            </a:extLst>
          </p:cNvPr>
          <p:cNvSpPr txBox="1"/>
          <p:nvPr/>
        </p:nvSpPr>
        <p:spPr>
          <a:xfrm>
            <a:off x="2592280" y="2402721"/>
            <a:ext cx="4058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00" dirty="0"/>
              <a:t>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6D6D4-813A-403B-AD37-51B178500E3E}"/>
              </a:ext>
            </a:extLst>
          </p:cNvPr>
          <p:cNvSpPr txBox="1"/>
          <p:nvPr/>
        </p:nvSpPr>
        <p:spPr>
          <a:xfrm>
            <a:off x="2599912" y="2914048"/>
            <a:ext cx="6286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00" dirty="0"/>
              <a:t>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49618-ADCA-408F-A219-08411B93B217}"/>
              </a:ext>
            </a:extLst>
          </p:cNvPr>
          <p:cNvSpPr txBox="1"/>
          <p:nvPr/>
        </p:nvSpPr>
        <p:spPr>
          <a:xfrm>
            <a:off x="2592280" y="3373508"/>
            <a:ext cx="5581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00" dirty="0"/>
              <a:t>Job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EB80F-E814-42A1-92A2-EC565D25180A}"/>
              </a:ext>
            </a:extLst>
          </p:cNvPr>
          <p:cNvSpPr txBox="1"/>
          <p:nvPr/>
        </p:nvSpPr>
        <p:spPr>
          <a:xfrm>
            <a:off x="2592280" y="383506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00" dirty="0"/>
              <a:t>Link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9CD2A3-B6F5-4124-8564-C5FA93FFFC3E}"/>
              </a:ext>
            </a:extLst>
          </p:cNvPr>
          <p:cNvSpPr txBox="1"/>
          <p:nvPr/>
        </p:nvSpPr>
        <p:spPr>
          <a:xfrm>
            <a:off x="2592280" y="4344295"/>
            <a:ext cx="9782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/>
              <a:t>Contact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456C7-0735-43CB-AD01-0E6D699C2C08}"/>
              </a:ext>
            </a:extLst>
          </p:cNvPr>
          <p:cNvSpPr txBox="1"/>
          <p:nvPr/>
        </p:nvSpPr>
        <p:spPr>
          <a:xfrm>
            <a:off x="2592280" y="4853525"/>
            <a:ext cx="9782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/>
              <a:t>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C79D41-3B61-4DA2-8297-1B2CA1E342C3}"/>
              </a:ext>
            </a:extLst>
          </p:cNvPr>
          <p:cNvSpPr/>
          <p:nvPr/>
        </p:nvSpPr>
        <p:spPr>
          <a:xfrm>
            <a:off x="2655671" y="2633553"/>
            <a:ext cx="1375560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04 / 13 / 2026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E9E566-B2D7-4164-9B3A-8D0BC4D4000C}"/>
              </a:ext>
            </a:extLst>
          </p:cNvPr>
          <p:cNvSpPr/>
          <p:nvPr/>
        </p:nvSpPr>
        <p:spPr>
          <a:xfrm>
            <a:off x="2655671" y="3140579"/>
            <a:ext cx="1375560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CA" sz="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566A2-B032-4334-BED2-F49881D54ED1}"/>
              </a:ext>
            </a:extLst>
          </p:cNvPr>
          <p:cNvSpPr/>
          <p:nvPr/>
        </p:nvSpPr>
        <p:spPr>
          <a:xfrm>
            <a:off x="2664133" y="3581552"/>
            <a:ext cx="1375560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CA" sz="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F5C40F-402C-4B4B-B768-D86A2A1632E1}"/>
              </a:ext>
            </a:extLst>
          </p:cNvPr>
          <p:cNvSpPr/>
          <p:nvPr/>
        </p:nvSpPr>
        <p:spPr>
          <a:xfrm>
            <a:off x="2651661" y="4040905"/>
            <a:ext cx="1375560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https://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4A3279-86D2-42A8-8157-890DDD7B121C}"/>
              </a:ext>
            </a:extLst>
          </p:cNvPr>
          <p:cNvSpPr/>
          <p:nvPr/>
        </p:nvSpPr>
        <p:spPr>
          <a:xfrm>
            <a:off x="2664133" y="4559322"/>
            <a:ext cx="1375560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416-555-5555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3C085C-BCED-4782-BFE5-2CBA525F3031}"/>
              </a:ext>
            </a:extLst>
          </p:cNvPr>
          <p:cNvSpPr/>
          <p:nvPr/>
        </p:nvSpPr>
        <p:spPr>
          <a:xfrm>
            <a:off x="2651661" y="5084357"/>
            <a:ext cx="1375560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Applied                                  </a:t>
            </a:r>
            <a:r>
              <a:rPr lang="ko-KR" altLang="en-US" sz="800" dirty="0"/>
              <a:t>▼</a:t>
            </a:r>
            <a:endParaRPr lang="en-CA" sz="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3FC69C-3708-4D73-BEB1-8DF7D704C2EE}"/>
              </a:ext>
            </a:extLst>
          </p:cNvPr>
          <p:cNvSpPr/>
          <p:nvPr/>
        </p:nvSpPr>
        <p:spPr>
          <a:xfrm>
            <a:off x="5109838" y="5479357"/>
            <a:ext cx="1115859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Add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63E7AA-18AB-4ADD-8343-D9A2BDC8A937}"/>
              </a:ext>
            </a:extLst>
          </p:cNvPr>
          <p:cNvSpPr/>
          <p:nvPr/>
        </p:nvSpPr>
        <p:spPr>
          <a:xfrm>
            <a:off x="6407827" y="5479357"/>
            <a:ext cx="1115859" cy="2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800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205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778498-04D9-57DD-7EE6-CE71F8933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05292"/>
              </p:ext>
            </p:extLst>
          </p:nvPr>
        </p:nvGraphicFramePr>
        <p:xfrm>
          <a:off x="410576" y="106008"/>
          <a:ext cx="1137084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221">
                  <a:extLst>
                    <a:ext uri="{9D8B030D-6E8A-4147-A177-3AD203B41FA5}">
                      <a16:colId xmlns:a16="http://schemas.microsoft.com/office/drawing/2014/main" val="2882594485"/>
                    </a:ext>
                  </a:extLst>
                </a:gridCol>
                <a:gridCol w="4148203">
                  <a:extLst>
                    <a:ext uri="{9D8B030D-6E8A-4147-A177-3AD203B41FA5}">
                      <a16:colId xmlns:a16="http://schemas.microsoft.com/office/drawing/2014/main" val="4173345225"/>
                    </a:ext>
                  </a:extLst>
                </a:gridCol>
                <a:gridCol w="1601244">
                  <a:extLst>
                    <a:ext uri="{9D8B030D-6E8A-4147-A177-3AD203B41FA5}">
                      <a16:colId xmlns:a16="http://schemas.microsoft.com/office/drawing/2014/main" val="2478805691"/>
                    </a:ext>
                  </a:extLst>
                </a:gridCol>
                <a:gridCol w="4084180">
                  <a:extLst>
                    <a:ext uri="{9D8B030D-6E8A-4147-A177-3AD203B41FA5}">
                      <a16:colId xmlns:a16="http://schemas.microsoft.com/office/drawing/2014/main" val="3522032606"/>
                    </a:ext>
                  </a:extLst>
                </a:gridCol>
              </a:tblGrid>
              <a:tr h="206899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Page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Memo 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91778"/>
                  </a:ext>
                </a:extLst>
              </a:tr>
              <a:tr h="206899"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Public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58843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5EA9450-E204-468E-8B8C-0CFD387A6590}"/>
              </a:ext>
            </a:extLst>
          </p:cNvPr>
          <p:cNvSpPr/>
          <p:nvPr/>
        </p:nvSpPr>
        <p:spPr>
          <a:xfrm>
            <a:off x="1580225" y="949911"/>
            <a:ext cx="9579006" cy="54153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D75E8-7F7C-4657-81A9-787D9566C53C}"/>
              </a:ext>
            </a:extLst>
          </p:cNvPr>
          <p:cNvSpPr/>
          <p:nvPr/>
        </p:nvSpPr>
        <p:spPr>
          <a:xfrm>
            <a:off x="2513860" y="2277123"/>
            <a:ext cx="5191957" cy="36309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96A4D-3C33-4093-A98F-9E23D2B893AC}"/>
              </a:ext>
            </a:extLst>
          </p:cNvPr>
          <p:cNvSpPr/>
          <p:nvPr/>
        </p:nvSpPr>
        <p:spPr>
          <a:xfrm>
            <a:off x="4227250" y="1264329"/>
            <a:ext cx="5191957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List / New record / Memo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7ACD78-6B3C-4E98-BFCA-1CBEF1132F89}"/>
              </a:ext>
            </a:extLst>
          </p:cNvPr>
          <p:cNvSpPr/>
          <p:nvPr/>
        </p:nvSpPr>
        <p:spPr>
          <a:xfrm>
            <a:off x="2513860" y="1264329"/>
            <a:ext cx="1489969" cy="3491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Logo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B6895D-194E-46E2-8654-E768C71354DC}"/>
              </a:ext>
            </a:extLst>
          </p:cNvPr>
          <p:cNvSpPr/>
          <p:nvPr/>
        </p:nvSpPr>
        <p:spPr>
          <a:xfrm>
            <a:off x="2652943" y="2461772"/>
            <a:ext cx="3716785" cy="3491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200" dirty="0"/>
              <a:t>Company Name </a:t>
            </a:r>
            <a:r>
              <a:rPr lang="en-CA" dirty="0"/>
              <a:t>/ Position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B78599-3302-45A9-807D-2F0402809990}"/>
              </a:ext>
            </a:extLst>
          </p:cNvPr>
          <p:cNvSpPr/>
          <p:nvPr/>
        </p:nvSpPr>
        <p:spPr>
          <a:xfrm>
            <a:off x="2726692" y="2881294"/>
            <a:ext cx="4810449" cy="54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CA" sz="800" dirty="0"/>
              <a:t>Your memo here</a:t>
            </a:r>
          </a:p>
        </p:txBody>
      </p:sp>
    </p:spTree>
    <p:extLst>
      <p:ext uri="{BB962C8B-B14F-4D97-AF65-F5344CB8AC3E}">
        <p14:creationId xmlns:p14="http://schemas.microsoft.com/office/powerpoint/2010/main" val="186970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4120</TotalTime>
  <Words>90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박지호</dc:creator>
  <cp:lastModifiedBy>TELUS1</cp:lastModifiedBy>
  <cp:revision>25</cp:revision>
  <dcterms:created xsi:type="dcterms:W3CDTF">2025-12-28T14:30:30Z</dcterms:created>
  <dcterms:modified xsi:type="dcterms:W3CDTF">2026-04-11T21:53:05Z</dcterms:modified>
</cp:coreProperties>
</file>